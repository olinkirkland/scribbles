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4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1F79D-04F9-EE9A-2571-87E48C30B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A6DBFE-BF50-3811-593E-70C6E4415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2F68A-F186-B37E-453A-92405C424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3320A-478F-42CD-BA8C-6D027CFBDB0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F3205-3049-6022-AB16-AA4DA5DCE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C5668-F02E-7412-B4AF-B7792C94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92F-C136-46BD-AA38-B2F6D4E69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40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75403-51B7-DEC0-6E42-A9CEB1CC2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EFD22-1A21-9C49-EFBB-8B33EDA41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2727F-04A8-C492-D760-83B8FA94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3320A-478F-42CD-BA8C-6D027CFBDB0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E0B34-034D-63F8-3E39-BC67E2AA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6EE6A-5185-F25A-7F9B-3BF6BDE7C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92F-C136-46BD-AA38-B2F6D4E69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5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B3B78-7905-F191-40B0-DDC2344A5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BD4F3-1AB5-8207-FDC8-DB5034989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9095C-8CC8-69BC-FF68-ED246ECC2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3320A-478F-42CD-BA8C-6D027CFBDB0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894EA-00E0-DF99-026E-B707182A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11030-CE27-803F-4C28-671EC96C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92F-C136-46BD-AA38-B2F6D4E69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77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6520-91E0-6DAB-C267-9510DCEA2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E4423-B313-1FA3-899A-EB247D6844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3ED68-9E8D-30A1-F763-BD165E9E4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C1743-843E-1B61-579C-8AA015DF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3320A-478F-42CD-BA8C-6D027CFBDB0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ADEE9-8B12-358D-223F-228D059D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4C870-2C89-4750-86FE-99A0FC64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92F-C136-46BD-AA38-B2F6D4E69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73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F71D8-5E90-D421-C4C7-766D14458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208A6-F37C-50F4-E938-8B09FB614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5CD6A-72EB-B543-336D-E5563C4D8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459021-F887-4033-864A-A97176E64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199E3-1D1C-93AE-D6E0-8C089C0E8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234CBB-1713-4255-4DC3-2E35B640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3320A-478F-42CD-BA8C-6D027CFBDB0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1570DF-D100-687D-1452-692261BF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E5B8A8-EEB9-F4A4-994F-E30EED0D0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92F-C136-46BD-AA38-B2F6D4E69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83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2ADBF-9CB1-BA6F-4959-DCB0686F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A93BEC-FE24-E634-B9B7-E8CF03BAC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3320A-478F-42CD-BA8C-6D027CFBDB0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F5B568-8A9A-2FF2-7A62-975E13370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A98C5-77EE-BDDF-2D88-9803587C6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92F-C136-46BD-AA38-B2F6D4E69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4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8D4436-409E-F617-018A-3499B35F3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3320A-478F-42CD-BA8C-6D027CFBDB0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1EAC0-B7CF-6370-6948-33778702D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C2AB9-4D62-A4CF-CBE3-98205BC0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92F-C136-46BD-AA38-B2F6D4E69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62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54496-0EC3-1219-46B0-EBA885841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330AF-DA4A-1CE8-AF64-B22A8EA67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B96E0-1E4A-E5B4-B9D5-5877B4EA7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25D7D-2F1C-5091-650B-27E7E82DB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3320A-478F-42CD-BA8C-6D027CFBDB0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0D202-2C27-1B47-F051-B4E67FF8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32388-B84C-7954-E11A-00500DC41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92F-C136-46BD-AA38-B2F6D4E69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7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E0B19-F5DE-CC29-CD01-0ABC642F8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2C19E7-D4E7-C51C-2BBC-E78F704E44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A7377-16EB-1A36-3838-9431C9AB4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9456A-83DE-1B69-D072-1BAB2251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3320A-478F-42CD-BA8C-6D027CFBDB0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14AE3-A880-FE3C-6A13-3BB212FD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9608E-143C-FB84-C3CD-19132906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92F-C136-46BD-AA38-B2F6D4E69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522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84328-09A0-A072-6335-C0B058DDA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7A1A2-F9CA-9348-B856-7947B0FF8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3CB2B-BD89-ED02-049C-BE281CCC1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3320A-478F-42CD-BA8C-6D027CFBDB0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46BD5-BA61-582F-CDE8-3AF5FE859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33225-5EC0-02D7-DA83-566A89AF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92F-C136-46BD-AA38-B2F6D4E69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7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6B3621-DE69-AE9D-5357-5B4BB616D8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89620-9A28-75F2-C100-A6DF9393A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17274-3F46-0CED-0FCB-31CF87161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3320A-478F-42CD-BA8C-6D027CFBDB0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A8BFB-06A8-5AAE-901B-71F641BDF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35534-BF9B-4B84-B13C-74B24050D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92F-C136-46BD-AA38-B2F6D4E69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07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51437F-DEF3-C2AC-ACBA-F90A5F630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70A88-E7C0-C880-5403-488F237B4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E8F6C-5E73-491D-FD28-5340C45AEF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73320A-478F-42CD-BA8C-6D027CFBDB0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0752D-C202-EE93-EA33-809059945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EE196-0739-FECE-9971-1B7E2F10B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F692F-C136-46BD-AA38-B2F6D4E69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1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85971-E33F-0CE9-3CC5-4C701E31F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6631"/>
            <a:ext cx="9144000" cy="984738"/>
          </a:xfrm>
        </p:spPr>
        <p:txBody>
          <a:bodyPr>
            <a:normAutofit/>
          </a:bodyPr>
          <a:lstStyle/>
          <a:p>
            <a:r>
              <a:rPr lang="en-US" dirty="0">
                <a:latin typeface="Young Serif" pitchFamily="2" charset="0"/>
              </a:rPr>
              <a:t>Kirkland Press</a:t>
            </a:r>
          </a:p>
        </p:txBody>
      </p:sp>
    </p:spTree>
    <p:extLst>
      <p:ext uri="{BB962C8B-B14F-4D97-AF65-F5344CB8AC3E}">
        <p14:creationId xmlns:p14="http://schemas.microsoft.com/office/powerpoint/2010/main" val="3249967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Young Serif</vt:lpstr>
      <vt:lpstr>Office Theme</vt:lpstr>
      <vt:lpstr>Kirkland Press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Kirkland, Olin (ITS)</dc:creator>
  <cp:lastModifiedBy>Kirkland, Olin (ITS)</cp:lastModifiedBy>
  <cp:revision>5</cp:revision>
  <dcterms:created xsi:type="dcterms:W3CDTF">2026-06-16T14:34:27Z</dcterms:created>
  <dcterms:modified xsi:type="dcterms:W3CDTF">2026-06-16T15:49:10Z</dcterms:modified>
</cp:coreProperties>
</file>